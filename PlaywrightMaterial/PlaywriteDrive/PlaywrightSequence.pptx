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64" r:id="rId5"/>
    <p:sldId id="262" r:id="rId6"/>
    <p:sldId id="258" r:id="rId7"/>
    <p:sldId id="265" r:id="rId8"/>
    <p:sldId id="260" r:id="rId9"/>
    <p:sldId id="263"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50513-9E81-99BD-300D-4F00A268CB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492515-FB46-5116-0CFD-F8B325CC8F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C3DC69-3116-DFEF-D2B8-82942970C18E}"/>
              </a:ext>
            </a:extLst>
          </p:cNvPr>
          <p:cNvSpPr>
            <a:spLocks noGrp="1"/>
          </p:cNvSpPr>
          <p:nvPr>
            <p:ph type="dt" sz="half" idx="10"/>
          </p:nvPr>
        </p:nvSpPr>
        <p:spPr/>
        <p:txBody>
          <a:bodyPr/>
          <a:lstStyle/>
          <a:p>
            <a:fld id="{725B044A-C4E1-4D5D-9FF5-0400F215A14A}" type="datetimeFigureOut">
              <a:rPr lang="en-US" smtClean="0"/>
              <a:t>12-Sep-26</a:t>
            </a:fld>
            <a:endParaRPr lang="en-US"/>
          </a:p>
        </p:txBody>
      </p:sp>
      <p:sp>
        <p:nvSpPr>
          <p:cNvPr id="5" name="Footer Placeholder 4">
            <a:extLst>
              <a:ext uri="{FF2B5EF4-FFF2-40B4-BE49-F238E27FC236}">
                <a16:creationId xmlns:a16="http://schemas.microsoft.com/office/drawing/2014/main" id="{F98D7116-A2EF-1433-1B45-6083003D47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E2F521-06DF-425A-3E3D-30B98C1B9AD8}"/>
              </a:ext>
            </a:extLst>
          </p:cNvPr>
          <p:cNvSpPr>
            <a:spLocks noGrp="1"/>
          </p:cNvSpPr>
          <p:nvPr>
            <p:ph type="sldNum" sz="quarter" idx="12"/>
          </p:nvPr>
        </p:nvSpPr>
        <p:spPr/>
        <p:txBody>
          <a:bodyPr/>
          <a:lstStyle/>
          <a:p>
            <a:fld id="{CF5796E8-C1EA-4685-A09A-A0CD4AE0850E}" type="slidenum">
              <a:rPr lang="en-US" smtClean="0"/>
              <a:t>‹#›</a:t>
            </a:fld>
            <a:endParaRPr lang="en-US"/>
          </a:p>
        </p:txBody>
      </p:sp>
    </p:spTree>
    <p:extLst>
      <p:ext uri="{BB962C8B-B14F-4D97-AF65-F5344CB8AC3E}">
        <p14:creationId xmlns:p14="http://schemas.microsoft.com/office/powerpoint/2010/main" val="731759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7B245-54F7-D024-9FB0-44E730F796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CC57F6-8B8B-6A0E-9E38-8EAB84958E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55F0FA-EEDA-5746-5AAC-52225C868547}"/>
              </a:ext>
            </a:extLst>
          </p:cNvPr>
          <p:cNvSpPr>
            <a:spLocks noGrp="1"/>
          </p:cNvSpPr>
          <p:nvPr>
            <p:ph type="dt" sz="half" idx="10"/>
          </p:nvPr>
        </p:nvSpPr>
        <p:spPr/>
        <p:txBody>
          <a:bodyPr/>
          <a:lstStyle/>
          <a:p>
            <a:fld id="{725B044A-C4E1-4D5D-9FF5-0400F215A14A}" type="datetimeFigureOut">
              <a:rPr lang="en-US" smtClean="0"/>
              <a:t>12-Sep-26</a:t>
            </a:fld>
            <a:endParaRPr lang="en-US"/>
          </a:p>
        </p:txBody>
      </p:sp>
      <p:sp>
        <p:nvSpPr>
          <p:cNvPr id="5" name="Footer Placeholder 4">
            <a:extLst>
              <a:ext uri="{FF2B5EF4-FFF2-40B4-BE49-F238E27FC236}">
                <a16:creationId xmlns:a16="http://schemas.microsoft.com/office/drawing/2014/main" id="{79A512C8-7FCB-D00B-BCAB-573D290643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E86B97-6C17-4AF8-FD17-46230C71F65A}"/>
              </a:ext>
            </a:extLst>
          </p:cNvPr>
          <p:cNvSpPr>
            <a:spLocks noGrp="1"/>
          </p:cNvSpPr>
          <p:nvPr>
            <p:ph type="sldNum" sz="quarter" idx="12"/>
          </p:nvPr>
        </p:nvSpPr>
        <p:spPr/>
        <p:txBody>
          <a:bodyPr/>
          <a:lstStyle/>
          <a:p>
            <a:fld id="{CF5796E8-C1EA-4685-A09A-A0CD4AE0850E}" type="slidenum">
              <a:rPr lang="en-US" smtClean="0"/>
              <a:t>‹#›</a:t>
            </a:fld>
            <a:endParaRPr lang="en-US"/>
          </a:p>
        </p:txBody>
      </p:sp>
    </p:spTree>
    <p:extLst>
      <p:ext uri="{BB962C8B-B14F-4D97-AF65-F5344CB8AC3E}">
        <p14:creationId xmlns:p14="http://schemas.microsoft.com/office/powerpoint/2010/main" val="32918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B9354-EFD4-452C-90FD-76AB8A1D28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617DC5A-A68E-F435-29F8-50D51FCEDD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F5A877-88AC-59E5-3316-A16555110900}"/>
              </a:ext>
            </a:extLst>
          </p:cNvPr>
          <p:cNvSpPr>
            <a:spLocks noGrp="1"/>
          </p:cNvSpPr>
          <p:nvPr>
            <p:ph type="dt" sz="half" idx="10"/>
          </p:nvPr>
        </p:nvSpPr>
        <p:spPr/>
        <p:txBody>
          <a:bodyPr/>
          <a:lstStyle/>
          <a:p>
            <a:fld id="{725B044A-C4E1-4D5D-9FF5-0400F215A14A}" type="datetimeFigureOut">
              <a:rPr lang="en-US" smtClean="0"/>
              <a:t>12-Sep-26</a:t>
            </a:fld>
            <a:endParaRPr lang="en-US"/>
          </a:p>
        </p:txBody>
      </p:sp>
      <p:sp>
        <p:nvSpPr>
          <p:cNvPr id="5" name="Footer Placeholder 4">
            <a:extLst>
              <a:ext uri="{FF2B5EF4-FFF2-40B4-BE49-F238E27FC236}">
                <a16:creationId xmlns:a16="http://schemas.microsoft.com/office/drawing/2014/main" id="{9CD81AA0-F2A1-CDBB-2CC1-7A72417625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41A80B-2922-7937-212B-5F7A1A9AFBF9}"/>
              </a:ext>
            </a:extLst>
          </p:cNvPr>
          <p:cNvSpPr>
            <a:spLocks noGrp="1"/>
          </p:cNvSpPr>
          <p:nvPr>
            <p:ph type="sldNum" sz="quarter" idx="12"/>
          </p:nvPr>
        </p:nvSpPr>
        <p:spPr/>
        <p:txBody>
          <a:bodyPr/>
          <a:lstStyle/>
          <a:p>
            <a:fld id="{CF5796E8-C1EA-4685-A09A-A0CD4AE0850E}" type="slidenum">
              <a:rPr lang="en-US" smtClean="0"/>
              <a:t>‹#›</a:t>
            </a:fld>
            <a:endParaRPr lang="en-US"/>
          </a:p>
        </p:txBody>
      </p:sp>
    </p:spTree>
    <p:extLst>
      <p:ext uri="{BB962C8B-B14F-4D97-AF65-F5344CB8AC3E}">
        <p14:creationId xmlns:p14="http://schemas.microsoft.com/office/powerpoint/2010/main" val="482454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D4A68-FBF1-1211-C44C-9C20D34ED1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1AE015-0EC3-373E-53A1-11C3189149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E82D1C-54B0-B1F3-4B20-FFEF4A0107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EE8C4B3-04EE-A778-735A-6E8B2E216857}"/>
              </a:ext>
            </a:extLst>
          </p:cNvPr>
          <p:cNvSpPr>
            <a:spLocks noGrp="1"/>
          </p:cNvSpPr>
          <p:nvPr>
            <p:ph type="dt" sz="half" idx="10"/>
          </p:nvPr>
        </p:nvSpPr>
        <p:spPr/>
        <p:txBody>
          <a:bodyPr/>
          <a:lstStyle/>
          <a:p>
            <a:fld id="{725B044A-C4E1-4D5D-9FF5-0400F215A14A}" type="datetimeFigureOut">
              <a:rPr lang="en-US" smtClean="0"/>
              <a:t>12-Sep-26</a:t>
            </a:fld>
            <a:endParaRPr lang="en-US"/>
          </a:p>
        </p:txBody>
      </p:sp>
      <p:sp>
        <p:nvSpPr>
          <p:cNvPr id="6" name="Footer Placeholder 5">
            <a:extLst>
              <a:ext uri="{FF2B5EF4-FFF2-40B4-BE49-F238E27FC236}">
                <a16:creationId xmlns:a16="http://schemas.microsoft.com/office/drawing/2014/main" id="{EB4D9253-D70F-3389-0431-79A683AA57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6CB3D0-1DBB-3449-2992-399D3C71DA4A}"/>
              </a:ext>
            </a:extLst>
          </p:cNvPr>
          <p:cNvSpPr>
            <a:spLocks noGrp="1"/>
          </p:cNvSpPr>
          <p:nvPr>
            <p:ph type="sldNum" sz="quarter" idx="12"/>
          </p:nvPr>
        </p:nvSpPr>
        <p:spPr/>
        <p:txBody>
          <a:bodyPr/>
          <a:lstStyle/>
          <a:p>
            <a:fld id="{CF5796E8-C1EA-4685-A09A-A0CD4AE0850E}" type="slidenum">
              <a:rPr lang="en-US" smtClean="0"/>
              <a:t>‹#›</a:t>
            </a:fld>
            <a:endParaRPr lang="en-US"/>
          </a:p>
        </p:txBody>
      </p:sp>
    </p:spTree>
    <p:extLst>
      <p:ext uri="{BB962C8B-B14F-4D97-AF65-F5344CB8AC3E}">
        <p14:creationId xmlns:p14="http://schemas.microsoft.com/office/powerpoint/2010/main" val="3812044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DEB02-05C2-28D9-C4DA-D030E3FF200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CF61959-C636-C2F2-1CB1-6FDBD2E446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E61BAF-DCCE-871F-833A-F572E30D38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927FC21-B859-4B0D-7B35-B49EBB639B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63EE18-23C5-E5E3-5657-D66FEC7FA2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45E017-A34C-5FFC-8A21-35C11DE77422}"/>
              </a:ext>
            </a:extLst>
          </p:cNvPr>
          <p:cNvSpPr>
            <a:spLocks noGrp="1"/>
          </p:cNvSpPr>
          <p:nvPr>
            <p:ph type="dt" sz="half" idx="10"/>
          </p:nvPr>
        </p:nvSpPr>
        <p:spPr/>
        <p:txBody>
          <a:bodyPr/>
          <a:lstStyle/>
          <a:p>
            <a:fld id="{725B044A-C4E1-4D5D-9FF5-0400F215A14A}" type="datetimeFigureOut">
              <a:rPr lang="en-US" smtClean="0"/>
              <a:t>12-Sep-26</a:t>
            </a:fld>
            <a:endParaRPr lang="en-US"/>
          </a:p>
        </p:txBody>
      </p:sp>
      <p:sp>
        <p:nvSpPr>
          <p:cNvPr id="8" name="Footer Placeholder 7">
            <a:extLst>
              <a:ext uri="{FF2B5EF4-FFF2-40B4-BE49-F238E27FC236}">
                <a16:creationId xmlns:a16="http://schemas.microsoft.com/office/drawing/2014/main" id="{C81BC2EE-7054-A3E0-65CD-FD1F628D76D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A6EEA1-4708-7563-E7A0-513DF2E1A628}"/>
              </a:ext>
            </a:extLst>
          </p:cNvPr>
          <p:cNvSpPr>
            <a:spLocks noGrp="1"/>
          </p:cNvSpPr>
          <p:nvPr>
            <p:ph type="sldNum" sz="quarter" idx="12"/>
          </p:nvPr>
        </p:nvSpPr>
        <p:spPr/>
        <p:txBody>
          <a:bodyPr/>
          <a:lstStyle/>
          <a:p>
            <a:fld id="{CF5796E8-C1EA-4685-A09A-A0CD4AE0850E}" type="slidenum">
              <a:rPr lang="en-US" smtClean="0"/>
              <a:t>‹#›</a:t>
            </a:fld>
            <a:endParaRPr lang="en-US"/>
          </a:p>
        </p:txBody>
      </p:sp>
    </p:spTree>
    <p:extLst>
      <p:ext uri="{BB962C8B-B14F-4D97-AF65-F5344CB8AC3E}">
        <p14:creationId xmlns:p14="http://schemas.microsoft.com/office/powerpoint/2010/main" val="764220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3C7D5-8749-4BE9-5650-E4C48B8D22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45C391-5BB4-DA48-2BDA-422A3E046F2E}"/>
              </a:ext>
            </a:extLst>
          </p:cNvPr>
          <p:cNvSpPr>
            <a:spLocks noGrp="1"/>
          </p:cNvSpPr>
          <p:nvPr>
            <p:ph type="dt" sz="half" idx="10"/>
          </p:nvPr>
        </p:nvSpPr>
        <p:spPr/>
        <p:txBody>
          <a:bodyPr/>
          <a:lstStyle/>
          <a:p>
            <a:fld id="{725B044A-C4E1-4D5D-9FF5-0400F215A14A}" type="datetimeFigureOut">
              <a:rPr lang="en-US" smtClean="0"/>
              <a:t>12-Sep-26</a:t>
            </a:fld>
            <a:endParaRPr lang="en-US"/>
          </a:p>
        </p:txBody>
      </p:sp>
      <p:sp>
        <p:nvSpPr>
          <p:cNvPr id="4" name="Footer Placeholder 3">
            <a:extLst>
              <a:ext uri="{FF2B5EF4-FFF2-40B4-BE49-F238E27FC236}">
                <a16:creationId xmlns:a16="http://schemas.microsoft.com/office/drawing/2014/main" id="{D750AAE0-0614-DCEB-4303-5F11CA85B8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C04CE3-392D-E76B-B4E0-CFD064C98B2E}"/>
              </a:ext>
            </a:extLst>
          </p:cNvPr>
          <p:cNvSpPr>
            <a:spLocks noGrp="1"/>
          </p:cNvSpPr>
          <p:nvPr>
            <p:ph type="sldNum" sz="quarter" idx="12"/>
          </p:nvPr>
        </p:nvSpPr>
        <p:spPr/>
        <p:txBody>
          <a:bodyPr/>
          <a:lstStyle/>
          <a:p>
            <a:fld id="{CF5796E8-C1EA-4685-A09A-A0CD4AE0850E}" type="slidenum">
              <a:rPr lang="en-US" smtClean="0"/>
              <a:t>‹#›</a:t>
            </a:fld>
            <a:endParaRPr lang="en-US"/>
          </a:p>
        </p:txBody>
      </p:sp>
    </p:spTree>
    <p:extLst>
      <p:ext uri="{BB962C8B-B14F-4D97-AF65-F5344CB8AC3E}">
        <p14:creationId xmlns:p14="http://schemas.microsoft.com/office/powerpoint/2010/main" val="4239456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584BBE-E787-6173-AE2B-19D996804F2D}"/>
              </a:ext>
            </a:extLst>
          </p:cNvPr>
          <p:cNvSpPr>
            <a:spLocks noGrp="1"/>
          </p:cNvSpPr>
          <p:nvPr>
            <p:ph type="dt" sz="half" idx="10"/>
          </p:nvPr>
        </p:nvSpPr>
        <p:spPr/>
        <p:txBody>
          <a:bodyPr/>
          <a:lstStyle/>
          <a:p>
            <a:fld id="{725B044A-C4E1-4D5D-9FF5-0400F215A14A}" type="datetimeFigureOut">
              <a:rPr lang="en-US" smtClean="0"/>
              <a:t>12-Sep-26</a:t>
            </a:fld>
            <a:endParaRPr lang="en-US"/>
          </a:p>
        </p:txBody>
      </p:sp>
      <p:sp>
        <p:nvSpPr>
          <p:cNvPr id="3" name="Footer Placeholder 2">
            <a:extLst>
              <a:ext uri="{FF2B5EF4-FFF2-40B4-BE49-F238E27FC236}">
                <a16:creationId xmlns:a16="http://schemas.microsoft.com/office/drawing/2014/main" id="{A220EF8C-9AAD-F008-7501-672546F358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EACAB8-300B-EA6B-3CEA-5978F2265E51}"/>
              </a:ext>
            </a:extLst>
          </p:cNvPr>
          <p:cNvSpPr>
            <a:spLocks noGrp="1"/>
          </p:cNvSpPr>
          <p:nvPr>
            <p:ph type="sldNum" sz="quarter" idx="12"/>
          </p:nvPr>
        </p:nvSpPr>
        <p:spPr/>
        <p:txBody>
          <a:bodyPr/>
          <a:lstStyle/>
          <a:p>
            <a:fld id="{CF5796E8-C1EA-4685-A09A-A0CD4AE0850E}" type="slidenum">
              <a:rPr lang="en-US" smtClean="0"/>
              <a:t>‹#›</a:t>
            </a:fld>
            <a:endParaRPr lang="en-US"/>
          </a:p>
        </p:txBody>
      </p:sp>
    </p:spTree>
    <p:extLst>
      <p:ext uri="{BB962C8B-B14F-4D97-AF65-F5344CB8AC3E}">
        <p14:creationId xmlns:p14="http://schemas.microsoft.com/office/powerpoint/2010/main" val="1697414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448C9-E02F-3AD1-94FF-BC2672E111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BD21D0-45B8-E8AC-83A2-BB1C3DEDEB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8BBBBE-0233-BFA7-5EE7-7F4603E644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F23950-52BF-0088-32C5-6E322730B579}"/>
              </a:ext>
            </a:extLst>
          </p:cNvPr>
          <p:cNvSpPr>
            <a:spLocks noGrp="1"/>
          </p:cNvSpPr>
          <p:nvPr>
            <p:ph type="dt" sz="half" idx="10"/>
          </p:nvPr>
        </p:nvSpPr>
        <p:spPr/>
        <p:txBody>
          <a:bodyPr/>
          <a:lstStyle/>
          <a:p>
            <a:fld id="{725B044A-C4E1-4D5D-9FF5-0400F215A14A}" type="datetimeFigureOut">
              <a:rPr lang="en-US" smtClean="0"/>
              <a:t>12-Sep-26</a:t>
            </a:fld>
            <a:endParaRPr lang="en-US"/>
          </a:p>
        </p:txBody>
      </p:sp>
      <p:sp>
        <p:nvSpPr>
          <p:cNvPr id="6" name="Footer Placeholder 5">
            <a:extLst>
              <a:ext uri="{FF2B5EF4-FFF2-40B4-BE49-F238E27FC236}">
                <a16:creationId xmlns:a16="http://schemas.microsoft.com/office/drawing/2014/main" id="{136A6AD3-87CB-CA07-E774-E85425591C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7941B3-5FFD-2DC8-6EB7-334DE7EA4FCF}"/>
              </a:ext>
            </a:extLst>
          </p:cNvPr>
          <p:cNvSpPr>
            <a:spLocks noGrp="1"/>
          </p:cNvSpPr>
          <p:nvPr>
            <p:ph type="sldNum" sz="quarter" idx="12"/>
          </p:nvPr>
        </p:nvSpPr>
        <p:spPr/>
        <p:txBody>
          <a:bodyPr/>
          <a:lstStyle/>
          <a:p>
            <a:fld id="{CF5796E8-C1EA-4685-A09A-A0CD4AE0850E}" type="slidenum">
              <a:rPr lang="en-US" smtClean="0"/>
              <a:t>‹#›</a:t>
            </a:fld>
            <a:endParaRPr lang="en-US"/>
          </a:p>
        </p:txBody>
      </p:sp>
    </p:spTree>
    <p:extLst>
      <p:ext uri="{BB962C8B-B14F-4D97-AF65-F5344CB8AC3E}">
        <p14:creationId xmlns:p14="http://schemas.microsoft.com/office/powerpoint/2010/main" val="1630074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B6C54-1309-C6AF-2C50-E4EB8BF1E8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AFCDFC-913F-F40B-8D54-85D37277AB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AB8B03-E93A-E5BD-AA83-98C026D77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DB5471-2F94-C585-3916-BAD72130EB17}"/>
              </a:ext>
            </a:extLst>
          </p:cNvPr>
          <p:cNvSpPr>
            <a:spLocks noGrp="1"/>
          </p:cNvSpPr>
          <p:nvPr>
            <p:ph type="dt" sz="half" idx="10"/>
          </p:nvPr>
        </p:nvSpPr>
        <p:spPr/>
        <p:txBody>
          <a:bodyPr/>
          <a:lstStyle/>
          <a:p>
            <a:fld id="{725B044A-C4E1-4D5D-9FF5-0400F215A14A}" type="datetimeFigureOut">
              <a:rPr lang="en-US" smtClean="0"/>
              <a:t>12-Sep-26</a:t>
            </a:fld>
            <a:endParaRPr lang="en-US"/>
          </a:p>
        </p:txBody>
      </p:sp>
      <p:sp>
        <p:nvSpPr>
          <p:cNvPr id="6" name="Footer Placeholder 5">
            <a:extLst>
              <a:ext uri="{FF2B5EF4-FFF2-40B4-BE49-F238E27FC236}">
                <a16:creationId xmlns:a16="http://schemas.microsoft.com/office/drawing/2014/main" id="{9FB16F1E-26B4-819F-1E19-2188AC71C4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1010B2-B502-7775-9E24-9C80BB1BBCDF}"/>
              </a:ext>
            </a:extLst>
          </p:cNvPr>
          <p:cNvSpPr>
            <a:spLocks noGrp="1"/>
          </p:cNvSpPr>
          <p:nvPr>
            <p:ph type="sldNum" sz="quarter" idx="12"/>
          </p:nvPr>
        </p:nvSpPr>
        <p:spPr/>
        <p:txBody>
          <a:bodyPr/>
          <a:lstStyle/>
          <a:p>
            <a:fld id="{CF5796E8-C1EA-4685-A09A-A0CD4AE0850E}" type="slidenum">
              <a:rPr lang="en-US" smtClean="0"/>
              <a:t>‹#›</a:t>
            </a:fld>
            <a:endParaRPr lang="en-US"/>
          </a:p>
        </p:txBody>
      </p:sp>
    </p:spTree>
    <p:extLst>
      <p:ext uri="{BB962C8B-B14F-4D97-AF65-F5344CB8AC3E}">
        <p14:creationId xmlns:p14="http://schemas.microsoft.com/office/powerpoint/2010/main" val="1173486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DF939-D733-CC34-7CC8-520B384DEE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44C11A-336A-A6A2-0A4F-448E6F304C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2E4FDD-3A69-C2B1-0924-8EBA5B436AE9}"/>
              </a:ext>
            </a:extLst>
          </p:cNvPr>
          <p:cNvSpPr>
            <a:spLocks noGrp="1"/>
          </p:cNvSpPr>
          <p:nvPr>
            <p:ph type="dt" sz="half" idx="10"/>
          </p:nvPr>
        </p:nvSpPr>
        <p:spPr/>
        <p:txBody>
          <a:bodyPr/>
          <a:lstStyle/>
          <a:p>
            <a:fld id="{725B044A-C4E1-4D5D-9FF5-0400F215A14A}" type="datetimeFigureOut">
              <a:rPr lang="en-US" smtClean="0"/>
              <a:t>12-Sep-26</a:t>
            </a:fld>
            <a:endParaRPr lang="en-US"/>
          </a:p>
        </p:txBody>
      </p:sp>
      <p:sp>
        <p:nvSpPr>
          <p:cNvPr id="5" name="Footer Placeholder 4">
            <a:extLst>
              <a:ext uri="{FF2B5EF4-FFF2-40B4-BE49-F238E27FC236}">
                <a16:creationId xmlns:a16="http://schemas.microsoft.com/office/drawing/2014/main" id="{8897D068-230D-AD6E-C3B7-DBE639B884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72D39-EFBA-4526-F960-D18820D8A6FF}"/>
              </a:ext>
            </a:extLst>
          </p:cNvPr>
          <p:cNvSpPr>
            <a:spLocks noGrp="1"/>
          </p:cNvSpPr>
          <p:nvPr>
            <p:ph type="sldNum" sz="quarter" idx="12"/>
          </p:nvPr>
        </p:nvSpPr>
        <p:spPr/>
        <p:txBody>
          <a:bodyPr/>
          <a:lstStyle/>
          <a:p>
            <a:fld id="{CF5796E8-C1EA-4685-A09A-A0CD4AE0850E}" type="slidenum">
              <a:rPr lang="en-US" smtClean="0"/>
              <a:t>‹#›</a:t>
            </a:fld>
            <a:endParaRPr lang="en-US"/>
          </a:p>
        </p:txBody>
      </p:sp>
    </p:spTree>
    <p:extLst>
      <p:ext uri="{BB962C8B-B14F-4D97-AF65-F5344CB8AC3E}">
        <p14:creationId xmlns:p14="http://schemas.microsoft.com/office/powerpoint/2010/main" val="3649518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314098-EE09-5DE2-E639-F8544146AB2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91D1DE-A335-52FE-2F0E-EDD3E2177D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CFF27F-8692-59F7-A776-B95A4E11E241}"/>
              </a:ext>
            </a:extLst>
          </p:cNvPr>
          <p:cNvSpPr>
            <a:spLocks noGrp="1"/>
          </p:cNvSpPr>
          <p:nvPr>
            <p:ph type="dt" sz="half" idx="10"/>
          </p:nvPr>
        </p:nvSpPr>
        <p:spPr/>
        <p:txBody>
          <a:bodyPr/>
          <a:lstStyle/>
          <a:p>
            <a:fld id="{725B044A-C4E1-4D5D-9FF5-0400F215A14A}" type="datetimeFigureOut">
              <a:rPr lang="en-US" smtClean="0"/>
              <a:t>12-Sep-26</a:t>
            </a:fld>
            <a:endParaRPr lang="en-US"/>
          </a:p>
        </p:txBody>
      </p:sp>
      <p:sp>
        <p:nvSpPr>
          <p:cNvPr id="5" name="Footer Placeholder 4">
            <a:extLst>
              <a:ext uri="{FF2B5EF4-FFF2-40B4-BE49-F238E27FC236}">
                <a16:creationId xmlns:a16="http://schemas.microsoft.com/office/drawing/2014/main" id="{D66AB256-1A2D-0841-0999-840DB1EFFA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A66184-74DB-2822-CD27-FFEC703B68AD}"/>
              </a:ext>
            </a:extLst>
          </p:cNvPr>
          <p:cNvSpPr>
            <a:spLocks noGrp="1"/>
          </p:cNvSpPr>
          <p:nvPr>
            <p:ph type="sldNum" sz="quarter" idx="12"/>
          </p:nvPr>
        </p:nvSpPr>
        <p:spPr/>
        <p:txBody>
          <a:bodyPr/>
          <a:lstStyle/>
          <a:p>
            <a:fld id="{CF5796E8-C1EA-4685-A09A-A0CD4AE0850E}" type="slidenum">
              <a:rPr lang="en-US" smtClean="0"/>
              <a:t>‹#›</a:t>
            </a:fld>
            <a:endParaRPr lang="en-US"/>
          </a:p>
        </p:txBody>
      </p:sp>
    </p:spTree>
    <p:extLst>
      <p:ext uri="{BB962C8B-B14F-4D97-AF65-F5344CB8AC3E}">
        <p14:creationId xmlns:p14="http://schemas.microsoft.com/office/powerpoint/2010/main" val="728516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48079F-9275-BFAB-15E0-8B303407B3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4D953D-0C52-95DC-FF88-30DCF4848B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94915B-3559-4AA2-EADF-2C9496E1FD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5B044A-C4E1-4D5D-9FF5-0400F215A14A}" type="datetimeFigureOut">
              <a:rPr lang="en-US" smtClean="0"/>
              <a:t>12-Sep-26</a:t>
            </a:fld>
            <a:endParaRPr lang="en-US"/>
          </a:p>
        </p:txBody>
      </p:sp>
      <p:sp>
        <p:nvSpPr>
          <p:cNvPr id="5" name="Footer Placeholder 4">
            <a:extLst>
              <a:ext uri="{FF2B5EF4-FFF2-40B4-BE49-F238E27FC236}">
                <a16:creationId xmlns:a16="http://schemas.microsoft.com/office/drawing/2014/main" id="{AB42201F-4F6C-3238-0ABF-69B39AC416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7D80509-E681-3995-C4ED-8A834AF647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5796E8-C1EA-4685-A09A-A0CD4AE0850E}" type="slidenum">
              <a:rPr lang="en-US" smtClean="0"/>
              <a:t>‹#›</a:t>
            </a:fld>
            <a:endParaRPr lang="en-US"/>
          </a:p>
        </p:txBody>
      </p:sp>
    </p:spTree>
    <p:extLst>
      <p:ext uri="{BB962C8B-B14F-4D97-AF65-F5344CB8AC3E}">
        <p14:creationId xmlns:p14="http://schemas.microsoft.com/office/powerpoint/2010/main" val="1365417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CE2B2-6FCA-9DE6-BEC8-5B852C01BFC6}"/>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0AA772F0-EDEC-7BD8-07A8-729D012F7AC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69552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6B407-5F09-F163-7C50-34F7D3DD8BD6}"/>
              </a:ext>
            </a:extLst>
          </p:cNvPr>
          <p:cNvSpPr>
            <a:spLocks noGrp="1"/>
          </p:cNvSpPr>
          <p:nvPr>
            <p:ph type="title"/>
          </p:nvPr>
        </p:nvSpPr>
        <p:spPr/>
        <p:txBody>
          <a:bodyPr/>
          <a:lstStyle/>
          <a:p>
            <a:r>
              <a:rPr lang="en-US" dirty="0"/>
              <a:t>Marking scheme</a:t>
            </a:r>
          </a:p>
        </p:txBody>
      </p:sp>
      <p:graphicFrame>
        <p:nvGraphicFramePr>
          <p:cNvPr id="4" name="Content Placeholder 3">
            <a:extLst>
              <a:ext uri="{FF2B5EF4-FFF2-40B4-BE49-F238E27FC236}">
                <a16:creationId xmlns:a16="http://schemas.microsoft.com/office/drawing/2014/main" id="{960164B7-D04E-594F-D7B5-69903C32A8A6}"/>
              </a:ext>
            </a:extLst>
          </p:cNvPr>
          <p:cNvGraphicFramePr>
            <a:graphicFrameLocks noGrp="1"/>
          </p:cNvGraphicFramePr>
          <p:nvPr>
            <p:ph idx="1"/>
            <p:extLst>
              <p:ext uri="{D42A27DB-BD31-4B8C-83A1-F6EECF244321}">
                <p14:modId xmlns:p14="http://schemas.microsoft.com/office/powerpoint/2010/main" val="1966003400"/>
              </p:ext>
            </p:extLst>
          </p:nvPr>
        </p:nvGraphicFramePr>
        <p:xfrm>
          <a:off x="838200" y="1825625"/>
          <a:ext cx="4206240" cy="38608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882258193"/>
                    </a:ext>
                  </a:extLst>
                </a:gridCol>
                <a:gridCol w="1386840">
                  <a:extLst>
                    <a:ext uri="{9D8B030D-6E8A-4147-A177-3AD203B41FA5}">
                      <a16:colId xmlns:a16="http://schemas.microsoft.com/office/drawing/2014/main" val="817599093"/>
                    </a:ext>
                  </a:extLst>
                </a:gridCol>
              </a:tblGrid>
              <a:tr h="370840">
                <a:tc>
                  <a:txBody>
                    <a:bodyPr/>
                    <a:lstStyle/>
                    <a:p>
                      <a:r>
                        <a:rPr lang="en-US" dirty="0"/>
                        <a:t>Task</a:t>
                      </a:r>
                    </a:p>
                  </a:txBody>
                  <a:tcPr/>
                </a:tc>
                <a:tc>
                  <a:txBody>
                    <a:bodyPr/>
                    <a:lstStyle/>
                    <a:p>
                      <a:r>
                        <a:rPr lang="en-US" dirty="0"/>
                        <a:t>Marks</a:t>
                      </a:r>
                    </a:p>
                  </a:txBody>
                  <a:tcPr/>
                </a:tc>
                <a:extLst>
                  <a:ext uri="{0D108BD9-81ED-4DB2-BD59-A6C34878D82A}">
                    <a16:rowId xmlns:a16="http://schemas.microsoft.com/office/drawing/2014/main" val="344179476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Assignment completion </a:t>
                      </a:r>
                    </a:p>
                  </a:txBody>
                  <a:tcPr/>
                </a:tc>
                <a:tc>
                  <a:txBody>
                    <a:bodyPr/>
                    <a:lstStyle/>
                    <a:p>
                      <a:r>
                        <a:rPr lang="en-US" dirty="0"/>
                        <a:t>10 marks</a:t>
                      </a:r>
                    </a:p>
                  </a:txBody>
                  <a:tcPr/>
                </a:tc>
                <a:extLst>
                  <a:ext uri="{0D108BD9-81ED-4DB2-BD59-A6C34878D82A}">
                    <a16:rowId xmlns:a16="http://schemas.microsoft.com/office/drawing/2014/main" val="1855817490"/>
                  </a:ext>
                </a:extLst>
              </a:tr>
              <a:tr h="370840">
                <a:tc>
                  <a:txBody>
                    <a:bodyPr/>
                    <a:lstStyle/>
                    <a:p>
                      <a:r>
                        <a:rPr lang="en-US" dirty="0"/>
                        <a:t>Assignment explanation </a:t>
                      </a:r>
                    </a:p>
                  </a:txBody>
                  <a:tcPr/>
                </a:tc>
                <a:tc>
                  <a:txBody>
                    <a:bodyPr/>
                    <a:lstStyle/>
                    <a:p>
                      <a:r>
                        <a:rPr lang="en-US" dirty="0"/>
                        <a:t>5 marks</a:t>
                      </a:r>
                    </a:p>
                  </a:txBody>
                  <a:tcPr/>
                </a:tc>
                <a:extLst>
                  <a:ext uri="{0D108BD9-81ED-4DB2-BD59-A6C34878D82A}">
                    <a16:rowId xmlns:a16="http://schemas.microsoft.com/office/drawing/2014/main" val="954939307"/>
                  </a:ext>
                </a:extLst>
              </a:tr>
              <a:tr h="370840">
                <a:tc>
                  <a:txBody>
                    <a:bodyPr/>
                    <a:lstStyle/>
                    <a:p>
                      <a:r>
                        <a:rPr lang="en-US" dirty="0"/>
                        <a:t>Formatting, coding conventions, log statements, comments, proper exception handling</a:t>
                      </a:r>
                    </a:p>
                  </a:txBody>
                  <a:tcPr/>
                </a:tc>
                <a:tc>
                  <a:txBody>
                    <a:bodyPr/>
                    <a:lstStyle/>
                    <a:p>
                      <a:r>
                        <a:rPr lang="en-US" dirty="0"/>
                        <a:t>1 mark</a:t>
                      </a:r>
                    </a:p>
                  </a:txBody>
                  <a:tcPr/>
                </a:tc>
                <a:extLst>
                  <a:ext uri="{0D108BD9-81ED-4DB2-BD59-A6C34878D82A}">
                    <a16:rowId xmlns:a16="http://schemas.microsoft.com/office/drawing/2014/main" val="3078230756"/>
                  </a:ext>
                </a:extLst>
              </a:tr>
              <a:tr h="370840">
                <a:tc>
                  <a:txBody>
                    <a:bodyPr/>
                    <a:lstStyle/>
                    <a:p>
                      <a:r>
                        <a:rPr lang="en-US" dirty="0"/>
                        <a:t>Challenge assignment</a:t>
                      </a:r>
                    </a:p>
                  </a:txBody>
                  <a:tcPr/>
                </a:tc>
                <a:tc>
                  <a:txBody>
                    <a:bodyPr/>
                    <a:lstStyle/>
                    <a:p>
                      <a:r>
                        <a:rPr lang="en-US" dirty="0"/>
                        <a:t>2 marks</a:t>
                      </a:r>
                    </a:p>
                  </a:txBody>
                  <a:tcPr/>
                </a:tc>
                <a:extLst>
                  <a:ext uri="{0D108BD9-81ED-4DB2-BD59-A6C34878D82A}">
                    <a16:rowId xmlns:a16="http://schemas.microsoft.com/office/drawing/2014/main" val="1303817481"/>
                  </a:ext>
                </a:extLst>
              </a:tr>
              <a:tr h="370840">
                <a:tc>
                  <a:txBody>
                    <a:bodyPr/>
                    <a:lstStyle/>
                    <a:p>
                      <a:r>
                        <a:rPr lang="en-US" dirty="0"/>
                        <a:t>Git Repo – daily </a:t>
                      </a:r>
                      <a:r>
                        <a:rPr lang="en-US" dirty="0" err="1"/>
                        <a:t>checkins</a:t>
                      </a:r>
                      <a:r>
                        <a:rPr lang="en-US" dirty="0"/>
                        <a:t>, all assignments checked in, all files with proper names, readme in place</a:t>
                      </a:r>
                    </a:p>
                  </a:txBody>
                  <a:tcPr/>
                </a:tc>
                <a:tc>
                  <a:txBody>
                    <a:bodyPr/>
                    <a:lstStyle/>
                    <a:p>
                      <a:r>
                        <a:rPr lang="en-US" dirty="0"/>
                        <a:t>2 marks</a:t>
                      </a:r>
                    </a:p>
                  </a:txBody>
                  <a:tcPr/>
                </a:tc>
                <a:extLst>
                  <a:ext uri="{0D108BD9-81ED-4DB2-BD59-A6C34878D82A}">
                    <a16:rowId xmlns:a16="http://schemas.microsoft.com/office/drawing/2014/main" val="448585622"/>
                  </a:ext>
                </a:extLst>
              </a:tr>
            </a:tbl>
          </a:graphicData>
        </a:graphic>
      </p:graphicFrame>
    </p:spTree>
    <p:extLst>
      <p:ext uri="{BB962C8B-B14F-4D97-AF65-F5344CB8AC3E}">
        <p14:creationId xmlns:p14="http://schemas.microsoft.com/office/powerpoint/2010/main" val="557694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EF692-B967-C38C-096A-6E20A03E8EB9}"/>
              </a:ext>
            </a:extLst>
          </p:cNvPr>
          <p:cNvSpPr>
            <a:spLocks noGrp="1"/>
          </p:cNvSpPr>
          <p:nvPr>
            <p:ph type="title"/>
          </p:nvPr>
        </p:nvSpPr>
        <p:spPr/>
        <p:txBody>
          <a:bodyPr/>
          <a:lstStyle/>
          <a:p>
            <a:r>
              <a:rPr lang="en-US" dirty="0"/>
              <a:t>Day 1</a:t>
            </a:r>
          </a:p>
        </p:txBody>
      </p:sp>
      <p:sp>
        <p:nvSpPr>
          <p:cNvPr id="3" name="Content Placeholder 2">
            <a:extLst>
              <a:ext uri="{FF2B5EF4-FFF2-40B4-BE49-F238E27FC236}">
                <a16:creationId xmlns:a16="http://schemas.microsoft.com/office/drawing/2014/main" id="{1E5DDB2C-BB7F-39C1-31D3-E34185F4F9AA}"/>
              </a:ext>
            </a:extLst>
          </p:cNvPr>
          <p:cNvSpPr>
            <a:spLocks noGrp="1"/>
          </p:cNvSpPr>
          <p:nvPr>
            <p:ph idx="1"/>
          </p:nvPr>
        </p:nvSpPr>
        <p:spPr/>
        <p:txBody>
          <a:bodyPr>
            <a:normAutofit lnSpcReduction="10000"/>
          </a:bodyPr>
          <a:lstStyle/>
          <a:p>
            <a:r>
              <a:rPr lang="en-US" dirty="0"/>
              <a:t>Installation</a:t>
            </a:r>
          </a:p>
          <a:p>
            <a:r>
              <a:rPr lang="en-US" dirty="0"/>
              <a:t>Architecture</a:t>
            </a:r>
          </a:p>
          <a:p>
            <a:r>
              <a:rPr lang="en-US" dirty="0"/>
              <a:t>Supported browsers </a:t>
            </a:r>
          </a:p>
          <a:p>
            <a:pPr lvl="0"/>
            <a:r>
              <a:rPr lang="en-US" dirty="0"/>
              <a:t>Playwright vs Selenium – key differences </a:t>
            </a:r>
          </a:p>
          <a:p>
            <a:pPr lvl="0"/>
            <a:r>
              <a:rPr lang="en-US" dirty="0"/>
              <a:t>Playwright Java bindings overview </a:t>
            </a:r>
          </a:p>
          <a:p>
            <a:r>
              <a:rPr lang="en-US" dirty="0"/>
              <a:t>first script – launch browser, navigate, print title, close</a:t>
            </a:r>
          </a:p>
          <a:p>
            <a:r>
              <a:rPr lang="en-US" dirty="0"/>
              <a:t>Browser, </a:t>
            </a:r>
            <a:r>
              <a:rPr lang="en-US" dirty="0" err="1"/>
              <a:t>BrowserContext</a:t>
            </a:r>
            <a:r>
              <a:rPr lang="en-US" dirty="0"/>
              <a:t>, Page objects </a:t>
            </a:r>
          </a:p>
          <a:p>
            <a:r>
              <a:rPr lang="en-US" dirty="0"/>
              <a:t>navigate multiple sites, capture titles  </a:t>
            </a:r>
          </a:p>
          <a:p>
            <a:r>
              <a:rPr lang="en-US" dirty="0"/>
              <a:t>Run in headed and headless modes </a:t>
            </a:r>
          </a:p>
          <a:p>
            <a:endParaRPr lang="en-US" dirty="0"/>
          </a:p>
        </p:txBody>
      </p:sp>
    </p:spTree>
    <p:extLst>
      <p:ext uri="{BB962C8B-B14F-4D97-AF65-F5344CB8AC3E}">
        <p14:creationId xmlns:p14="http://schemas.microsoft.com/office/powerpoint/2010/main" val="2974752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96BF6-DC30-6638-5B65-CD8A961B911C}"/>
              </a:ext>
            </a:extLst>
          </p:cNvPr>
          <p:cNvSpPr>
            <a:spLocks noGrp="1"/>
          </p:cNvSpPr>
          <p:nvPr>
            <p:ph type="title"/>
          </p:nvPr>
        </p:nvSpPr>
        <p:spPr/>
        <p:txBody>
          <a:bodyPr/>
          <a:lstStyle/>
          <a:p>
            <a:r>
              <a:rPr lang="en-US" dirty="0"/>
              <a:t>Browsers and Browser contexts</a:t>
            </a:r>
          </a:p>
        </p:txBody>
      </p:sp>
      <p:sp>
        <p:nvSpPr>
          <p:cNvPr id="3" name="Content Placeholder 2">
            <a:extLst>
              <a:ext uri="{FF2B5EF4-FFF2-40B4-BE49-F238E27FC236}">
                <a16:creationId xmlns:a16="http://schemas.microsoft.com/office/drawing/2014/main" id="{6160D32A-AECB-CDCB-FC59-F0A2E7B573A7}"/>
              </a:ext>
            </a:extLst>
          </p:cNvPr>
          <p:cNvSpPr>
            <a:spLocks noGrp="1"/>
          </p:cNvSpPr>
          <p:nvPr>
            <p:ph idx="1"/>
          </p:nvPr>
        </p:nvSpPr>
        <p:spPr/>
        <p:txBody>
          <a:bodyPr>
            <a:normAutofit fontScale="55000" lnSpcReduction="20000"/>
          </a:bodyPr>
          <a:lstStyle/>
          <a:p>
            <a:r>
              <a:rPr lang="en-US" dirty="0"/>
              <a:t>Launching browser is expensive</a:t>
            </a:r>
          </a:p>
          <a:p>
            <a:r>
              <a:rPr lang="en-US" b="1" dirty="0"/>
              <a:t> 1. It's a heavyweight OS process, not an in-memory object</a:t>
            </a:r>
            <a:br>
              <a:rPr lang="en-US" dirty="0"/>
            </a:br>
            <a:r>
              <a:rPr lang="en-US" dirty="0"/>
              <a:t>The browser binary itself is hundreds of MB. Starting it means the OS has to load that executable into memory, initialize its own internal subsystems (rendering engine, JS engine, network stack, GPU process, etc.), and hand back control once it's ready to accept commands. That's inherently slower than creating a Java object, which just allocates a bit of heap memory.</a:t>
            </a:r>
          </a:p>
          <a:p>
            <a:r>
              <a:rPr lang="en-US" b="1" dirty="0"/>
              <a:t>2. Multiple sub-processes spin up under the hood</a:t>
            </a:r>
            <a:br>
              <a:rPr lang="en-US" dirty="0"/>
            </a:br>
            <a:r>
              <a:rPr lang="en-US" dirty="0"/>
              <a:t>Modern browsers aren't single processes — Chromium in particular uses a multi-process architecture (a main browser process, separate renderer processes per tab/site, a GPU process, utility processes, etc.). Even in headless mode, several of these get created and have to establish communication channels with each other before the browser is usable.</a:t>
            </a:r>
          </a:p>
          <a:p>
            <a:r>
              <a:rPr lang="en-US" b="1" dirty="0"/>
              <a:t>3. Communication protocol setup</a:t>
            </a:r>
            <a:br>
              <a:rPr lang="en-US" dirty="0"/>
            </a:br>
            <a:r>
              <a:rPr lang="en-US" dirty="0"/>
              <a:t>Playwright doesn't control the browser via Java method calls directly — it talks to it over a protocol (like Chrome </a:t>
            </a:r>
            <a:r>
              <a:rPr lang="en-US" dirty="0" err="1"/>
              <a:t>DevTools</a:t>
            </a:r>
            <a:r>
              <a:rPr lang="en-US" dirty="0"/>
              <a:t> Protocol for Chromium). Launching involves starting that protocol server inside the browser and establishing a working connection from your test code to it, which adds handshake overhead.</a:t>
            </a:r>
          </a:p>
          <a:p>
            <a:r>
              <a:rPr lang="en-US" b="1" dirty="0"/>
              <a:t>4. Time cost is measurable, not trivial</a:t>
            </a:r>
            <a:br>
              <a:rPr lang="en-US" dirty="0"/>
            </a:br>
            <a:r>
              <a:rPr lang="en-US" dirty="0"/>
              <a:t>A cold browser launch typically takes anywhere from a few hundred milliseconds to a couple of seconds, depending on machine and browser type — compare that to creating a </a:t>
            </a:r>
            <a:r>
              <a:rPr lang="en-US" dirty="0" err="1"/>
              <a:t>BrowserContext</a:t>
            </a:r>
            <a:r>
              <a:rPr lang="en-US" dirty="0"/>
              <a:t> (typically single-digit milliseconds) or a Page/tab within an existing context (even faster). If you launched a new browser for every single test case, that overhead multiplies across your whole suite and can dominate total run time.</a:t>
            </a:r>
          </a:p>
        </p:txBody>
      </p:sp>
    </p:spTree>
    <p:extLst>
      <p:ext uri="{BB962C8B-B14F-4D97-AF65-F5344CB8AC3E}">
        <p14:creationId xmlns:p14="http://schemas.microsoft.com/office/powerpoint/2010/main" val="2331987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7BBD-1B7D-3E45-B644-E26CBEA5E52A}"/>
              </a:ext>
            </a:extLst>
          </p:cNvPr>
          <p:cNvSpPr>
            <a:spLocks noGrp="1"/>
          </p:cNvSpPr>
          <p:nvPr>
            <p:ph type="title"/>
          </p:nvPr>
        </p:nvSpPr>
        <p:spPr/>
        <p:txBody>
          <a:bodyPr/>
          <a:lstStyle/>
          <a:p>
            <a:r>
              <a:rPr lang="en-US" dirty="0"/>
              <a:t>Demo Browser contexts</a:t>
            </a:r>
          </a:p>
        </p:txBody>
      </p:sp>
      <p:sp>
        <p:nvSpPr>
          <p:cNvPr id="3" name="Content Placeholder 2">
            <a:extLst>
              <a:ext uri="{FF2B5EF4-FFF2-40B4-BE49-F238E27FC236}">
                <a16:creationId xmlns:a16="http://schemas.microsoft.com/office/drawing/2014/main" id="{C60D2172-AF6B-CDCC-3734-D6C0CB77720D}"/>
              </a:ext>
            </a:extLst>
          </p:cNvPr>
          <p:cNvSpPr>
            <a:spLocks noGrp="1"/>
          </p:cNvSpPr>
          <p:nvPr>
            <p:ph idx="1"/>
          </p:nvPr>
        </p:nvSpPr>
        <p:spPr/>
        <p:txBody>
          <a:bodyPr/>
          <a:lstStyle/>
          <a:p>
            <a:r>
              <a:rPr lang="en-US" dirty="0"/>
              <a:t>To explain browser context – create a login page when logged in as admin a page with text admin opens. When logged in as student page with student opens. Automate using just 1 Browser but different BCs</a:t>
            </a:r>
          </a:p>
          <a:p>
            <a:endParaRPr lang="en-US" dirty="0"/>
          </a:p>
        </p:txBody>
      </p:sp>
    </p:spTree>
    <p:extLst>
      <p:ext uri="{BB962C8B-B14F-4D97-AF65-F5344CB8AC3E}">
        <p14:creationId xmlns:p14="http://schemas.microsoft.com/office/powerpoint/2010/main" val="1331893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3C84-653C-6817-9415-92BD045EAF20}"/>
              </a:ext>
            </a:extLst>
          </p:cNvPr>
          <p:cNvSpPr>
            <a:spLocks noGrp="1"/>
          </p:cNvSpPr>
          <p:nvPr>
            <p:ph type="title"/>
          </p:nvPr>
        </p:nvSpPr>
        <p:spPr/>
        <p:txBody>
          <a:bodyPr/>
          <a:lstStyle/>
          <a:p>
            <a:r>
              <a:rPr lang="en-US" dirty="0"/>
              <a:t>Day 2</a:t>
            </a:r>
          </a:p>
        </p:txBody>
      </p:sp>
      <p:sp>
        <p:nvSpPr>
          <p:cNvPr id="3" name="Content Placeholder 2">
            <a:extLst>
              <a:ext uri="{FF2B5EF4-FFF2-40B4-BE49-F238E27FC236}">
                <a16:creationId xmlns:a16="http://schemas.microsoft.com/office/drawing/2014/main" id="{574D6F05-97BD-17FE-8D81-3E81B7BC8C24}"/>
              </a:ext>
            </a:extLst>
          </p:cNvPr>
          <p:cNvSpPr>
            <a:spLocks noGrp="1"/>
          </p:cNvSpPr>
          <p:nvPr>
            <p:ph idx="1"/>
          </p:nvPr>
        </p:nvSpPr>
        <p:spPr/>
        <p:txBody>
          <a:bodyPr>
            <a:normAutofit fontScale="92500"/>
          </a:bodyPr>
          <a:lstStyle/>
          <a:p>
            <a:pPr lvl="0"/>
            <a:r>
              <a:rPr lang="en-US" dirty="0"/>
              <a:t>Playwright locator engine overview </a:t>
            </a:r>
          </a:p>
          <a:p>
            <a:pPr lvl="0"/>
            <a:r>
              <a:rPr lang="en-US" dirty="0"/>
              <a:t>Built-in locators – </a:t>
            </a:r>
            <a:r>
              <a:rPr lang="en-US" dirty="0" err="1"/>
              <a:t>getByRole</a:t>
            </a:r>
            <a:r>
              <a:rPr lang="en-US" dirty="0"/>
              <a:t>, </a:t>
            </a:r>
            <a:r>
              <a:rPr lang="en-US" dirty="0" err="1"/>
              <a:t>getByText</a:t>
            </a:r>
            <a:r>
              <a:rPr lang="en-US" dirty="0"/>
              <a:t>, </a:t>
            </a:r>
            <a:r>
              <a:rPr lang="en-US" dirty="0" err="1"/>
              <a:t>getByLabel</a:t>
            </a:r>
            <a:r>
              <a:rPr lang="en-US" dirty="0"/>
              <a:t>, </a:t>
            </a:r>
            <a:r>
              <a:rPr lang="en-US" dirty="0" err="1"/>
              <a:t>getByPlaceholder</a:t>
            </a:r>
            <a:r>
              <a:rPr lang="en-US" dirty="0"/>
              <a:t> </a:t>
            </a:r>
          </a:p>
          <a:p>
            <a:pPr lvl="0"/>
            <a:r>
              <a:rPr lang="en-US" dirty="0" err="1"/>
              <a:t>getByTestId</a:t>
            </a:r>
            <a:r>
              <a:rPr lang="en-US" dirty="0"/>
              <a:t>, </a:t>
            </a:r>
            <a:r>
              <a:rPr lang="en-US" dirty="0" err="1"/>
              <a:t>getByAltText</a:t>
            </a:r>
            <a:r>
              <a:rPr lang="en-US" dirty="0"/>
              <a:t>, </a:t>
            </a:r>
            <a:r>
              <a:rPr lang="en-US" dirty="0" err="1"/>
              <a:t>getByTitle</a:t>
            </a:r>
            <a:r>
              <a:rPr lang="en-US" dirty="0"/>
              <a:t> </a:t>
            </a:r>
          </a:p>
          <a:p>
            <a:pPr lvl="0"/>
            <a:r>
              <a:rPr lang="en-US" dirty="0"/>
              <a:t>Debugging</a:t>
            </a:r>
          </a:p>
          <a:p>
            <a:pPr lvl="0"/>
            <a:r>
              <a:rPr lang="en-US" dirty="0"/>
              <a:t>CSS and XPath locators in Playwright </a:t>
            </a:r>
          </a:p>
          <a:p>
            <a:pPr lvl="0"/>
            <a:r>
              <a:rPr lang="en-US" dirty="0"/>
              <a:t>Locator chaining and filtering </a:t>
            </a:r>
          </a:p>
          <a:p>
            <a:pPr lvl="0"/>
            <a:r>
              <a:rPr lang="en-US" dirty="0"/>
              <a:t>Locator strictness – single vs multiple matches </a:t>
            </a:r>
          </a:p>
          <a:p>
            <a:pPr lvl="0"/>
            <a:r>
              <a:rPr lang="en-US" dirty="0"/>
              <a:t>Assignment automate – login and student perf report</a:t>
            </a:r>
          </a:p>
          <a:p>
            <a:pPr lvl="0"/>
            <a:r>
              <a:rPr lang="en-US" dirty="0"/>
              <a:t>Best practices – prefer user-facing locators </a:t>
            </a:r>
          </a:p>
          <a:p>
            <a:endParaRPr lang="en-US" dirty="0"/>
          </a:p>
        </p:txBody>
      </p:sp>
    </p:spTree>
    <p:extLst>
      <p:ext uri="{BB962C8B-B14F-4D97-AF65-F5344CB8AC3E}">
        <p14:creationId xmlns:p14="http://schemas.microsoft.com/office/powerpoint/2010/main" val="2148529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8B0EC-0743-3DF5-533A-874F9CC313F2}"/>
              </a:ext>
            </a:extLst>
          </p:cNvPr>
          <p:cNvSpPr>
            <a:spLocks noGrp="1"/>
          </p:cNvSpPr>
          <p:nvPr>
            <p:ph type="title"/>
          </p:nvPr>
        </p:nvSpPr>
        <p:spPr/>
        <p:txBody>
          <a:bodyPr/>
          <a:lstStyle/>
          <a:p>
            <a:r>
              <a:rPr lang="en-US" dirty="0" err="1"/>
              <a:t>getByRole</a:t>
            </a:r>
            <a:endParaRPr lang="en-US" dirty="0"/>
          </a:p>
        </p:txBody>
      </p:sp>
      <p:sp>
        <p:nvSpPr>
          <p:cNvPr id="3" name="Content Placeholder 2">
            <a:extLst>
              <a:ext uri="{FF2B5EF4-FFF2-40B4-BE49-F238E27FC236}">
                <a16:creationId xmlns:a16="http://schemas.microsoft.com/office/drawing/2014/main" id="{9A3120E3-9CC0-FDE1-2650-462363A152FC}"/>
              </a:ext>
            </a:extLst>
          </p:cNvPr>
          <p:cNvSpPr>
            <a:spLocks noGrp="1"/>
          </p:cNvSpPr>
          <p:nvPr>
            <p:ph idx="1"/>
          </p:nvPr>
        </p:nvSpPr>
        <p:spPr/>
        <p:txBody>
          <a:bodyPr>
            <a:normAutofit fontScale="85000" lnSpcReduction="20000"/>
          </a:bodyPr>
          <a:lstStyle/>
          <a:p>
            <a:endParaRPr lang="en-US" dirty="0"/>
          </a:p>
          <a:p>
            <a:r>
              <a:rPr lang="en-US" dirty="0"/>
              <a:t>ARIA (Accessible Rich Internet Applications) is a web standard that describes what an element </a:t>
            </a:r>
            <a:r>
              <a:rPr lang="en-US" i="1" dirty="0"/>
              <a:t>is</a:t>
            </a:r>
            <a:r>
              <a:rPr lang="en-US" dirty="0"/>
              <a:t> to assistive technology like screen readers</a:t>
            </a:r>
          </a:p>
          <a:p>
            <a:endParaRPr lang="en-US" dirty="0"/>
          </a:p>
          <a:p>
            <a:r>
              <a:rPr lang="en-US" dirty="0"/>
              <a:t>This mapping exists whether or not the developer wrote any explicit role="..." attribute — it's derived from the tag itself</a:t>
            </a:r>
          </a:p>
          <a:p>
            <a:endParaRPr lang="en-US" dirty="0"/>
          </a:p>
          <a:p>
            <a:r>
              <a:rPr lang="en-US" dirty="0" err="1"/>
              <a:t>AriaRole</a:t>
            </a:r>
            <a:r>
              <a:rPr lang="en-US" dirty="0"/>
              <a:t> is an </a:t>
            </a:r>
            <a:r>
              <a:rPr lang="en-US" dirty="0" err="1"/>
              <a:t>enum</a:t>
            </a:r>
            <a:r>
              <a:rPr lang="en-US" dirty="0"/>
              <a:t> in Playwright's Java library</a:t>
            </a:r>
          </a:p>
          <a:p>
            <a:endParaRPr lang="en-US" dirty="0"/>
          </a:p>
          <a:p>
            <a:r>
              <a:rPr lang="en-US" dirty="0" err="1"/>
              <a:t>AriaRole</a:t>
            </a:r>
            <a:r>
              <a:rPr lang="en-US" dirty="0"/>
              <a:t>  it survives markup changes (like swapping a &lt;div onclick&gt; fake-button for a real &lt;button&gt;) as long as the </a:t>
            </a:r>
            <a:r>
              <a:rPr lang="en-US" i="1" dirty="0"/>
              <a:t>role</a:t>
            </a:r>
            <a:r>
              <a:rPr lang="en-US" dirty="0"/>
              <a:t> stays the same, - hence more robust</a:t>
            </a:r>
          </a:p>
          <a:p>
            <a:endParaRPr lang="en-US" dirty="0"/>
          </a:p>
          <a:p>
            <a:endParaRPr lang="en-US" dirty="0"/>
          </a:p>
        </p:txBody>
      </p:sp>
      <p:graphicFrame>
        <p:nvGraphicFramePr>
          <p:cNvPr id="4" name="Table 3">
            <a:extLst>
              <a:ext uri="{FF2B5EF4-FFF2-40B4-BE49-F238E27FC236}">
                <a16:creationId xmlns:a16="http://schemas.microsoft.com/office/drawing/2014/main" id="{7AC6A286-475E-3F4A-43AF-B837022CFA36}"/>
              </a:ext>
            </a:extLst>
          </p:cNvPr>
          <p:cNvGraphicFramePr>
            <a:graphicFrameLocks noGrp="1"/>
          </p:cNvGraphicFramePr>
          <p:nvPr>
            <p:extLst>
              <p:ext uri="{D42A27DB-BD31-4B8C-83A1-F6EECF244321}">
                <p14:modId xmlns:p14="http://schemas.microsoft.com/office/powerpoint/2010/main" val="2517197946"/>
              </p:ext>
            </p:extLst>
          </p:nvPr>
        </p:nvGraphicFramePr>
        <p:xfrm>
          <a:off x="2543277" y="1027906"/>
          <a:ext cx="8128000" cy="40792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642397567"/>
                    </a:ext>
                  </a:extLst>
                </a:gridCol>
                <a:gridCol w="4064000">
                  <a:extLst>
                    <a:ext uri="{9D8B030D-6E8A-4147-A177-3AD203B41FA5}">
                      <a16:colId xmlns:a16="http://schemas.microsoft.com/office/drawing/2014/main" val="2658061870"/>
                    </a:ext>
                  </a:extLst>
                </a:gridCol>
              </a:tblGrid>
              <a:tr h="370840">
                <a:tc>
                  <a:txBody>
                    <a:bodyPr/>
                    <a:lstStyle/>
                    <a:p>
                      <a:pPr>
                        <a:buNone/>
                      </a:pPr>
                      <a:r>
                        <a:rPr lang="en-US" dirty="0"/>
                        <a:t>HTML element</a:t>
                      </a:r>
                    </a:p>
                  </a:txBody>
                  <a:tcPr anchor="ctr"/>
                </a:tc>
                <a:tc>
                  <a:txBody>
                    <a:bodyPr/>
                    <a:lstStyle/>
                    <a:p>
                      <a:pPr>
                        <a:buNone/>
                      </a:pPr>
                      <a:r>
                        <a:rPr lang="en-US"/>
                        <a:t>Implicit ARIA role</a:t>
                      </a:r>
                    </a:p>
                  </a:txBody>
                  <a:tcPr anchor="ctr"/>
                </a:tc>
                <a:extLst>
                  <a:ext uri="{0D108BD9-81ED-4DB2-BD59-A6C34878D82A}">
                    <a16:rowId xmlns:a16="http://schemas.microsoft.com/office/drawing/2014/main" val="2474729099"/>
                  </a:ext>
                </a:extLst>
              </a:tr>
              <a:tr h="370840">
                <a:tc>
                  <a:txBody>
                    <a:bodyPr/>
                    <a:lstStyle/>
                    <a:p>
                      <a:pPr>
                        <a:buNone/>
                      </a:pPr>
                      <a:r>
                        <a:rPr lang="en-US">
                          <a:latin typeface="Courier New" panose="02070309020205020404" pitchFamily="49" charset="0"/>
                        </a:rPr>
                        <a:t>&lt;button&gt;</a:t>
                      </a:r>
                      <a:endParaRPr lang="en-US"/>
                    </a:p>
                  </a:txBody>
                  <a:tcPr anchor="ctr"/>
                </a:tc>
                <a:tc>
                  <a:txBody>
                    <a:bodyPr/>
                    <a:lstStyle/>
                    <a:p>
                      <a:pPr>
                        <a:buNone/>
                      </a:pPr>
                      <a:r>
                        <a:rPr lang="en-US">
                          <a:latin typeface="Courier New" panose="02070309020205020404" pitchFamily="49" charset="0"/>
                        </a:rPr>
                        <a:t>button</a:t>
                      </a:r>
                      <a:endParaRPr lang="en-US"/>
                    </a:p>
                  </a:txBody>
                  <a:tcPr anchor="ctr"/>
                </a:tc>
                <a:extLst>
                  <a:ext uri="{0D108BD9-81ED-4DB2-BD59-A6C34878D82A}">
                    <a16:rowId xmlns:a16="http://schemas.microsoft.com/office/drawing/2014/main" val="2843032357"/>
                  </a:ext>
                </a:extLst>
              </a:tr>
              <a:tr h="370840">
                <a:tc>
                  <a:txBody>
                    <a:bodyPr/>
                    <a:lstStyle/>
                    <a:p>
                      <a:pPr>
                        <a:buNone/>
                      </a:pPr>
                      <a:r>
                        <a:rPr lang="en-US">
                          <a:latin typeface="Courier New" panose="02070309020205020404" pitchFamily="49" charset="0"/>
                        </a:rPr>
                        <a:t>&lt;h1&gt;</a:t>
                      </a:r>
                      <a:r>
                        <a:rPr lang="en-US"/>
                        <a:t>–</a:t>
                      </a:r>
                      <a:r>
                        <a:rPr lang="en-US">
                          <a:latin typeface="Courier New" panose="02070309020205020404" pitchFamily="49" charset="0"/>
                        </a:rPr>
                        <a:t>&lt;h6&gt;</a:t>
                      </a:r>
                      <a:endParaRPr lang="en-US"/>
                    </a:p>
                  </a:txBody>
                  <a:tcPr anchor="ctr"/>
                </a:tc>
                <a:tc>
                  <a:txBody>
                    <a:bodyPr/>
                    <a:lstStyle/>
                    <a:p>
                      <a:pPr>
                        <a:buNone/>
                      </a:pPr>
                      <a:r>
                        <a:rPr lang="en-US">
                          <a:latin typeface="Courier New" panose="02070309020205020404" pitchFamily="49" charset="0"/>
                        </a:rPr>
                        <a:t>heading</a:t>
                      </a:r>
                      <a:endParaRPr lang="en-US"/>
                    </a:p>
                  </a:txBody>
                  <a:tcPr anchor="ctr"/>
                </a:tc>
                <a:extLst>
                  <a:ext uri="{0D108BD9-81ED-4DB2-BD59-A6C34878D82A}">
                    <a16:rowId xmlns:a16="http://schemas.microsoft.com/office/drawing/2014/main" val="370174230"/>
                  </a:ext>
                </a:extLst>
              </a:tr>
              <a:tr h="370840">
                <a:tc>
                  <a:txBody>
                    <a:bodyPr/>
                    <a:lstStyle/>
                    <a:p>
                      <a:pPr>
                        <a:buNone/>
                      </a:pPr>
                      <a:r>
                        <a:rPr lang="en-US" dirty="0">
                          <a:latin typeface="Courier New" panose="02070309020205020404" pitchFamily="49" charset="0"/>
                        </a:rPr>
                        <a:t>&lt;input type="text"&gt;</a:t>
                      </a:r>
                      <a:endParaRPr lang="en-US" dirty="0"/>
                    </a:p>
                  </a:txBody>
                  <a:tcPr anchor="ctr"/>
                </a:tc>
                <a:tc>
                  <a:txBody>
                    <a:bodyPr/>
                    <a:lstStyle/>
                    <a:p>
                      <a:pPr>
                        <a:buNone/>
                      </a:pPr>
                      <a:r>
                        <a:rPr lang="en-US">
                          <a:latin typeface="Courier New" panose="02070309020205020404" pitchFamily="49" charset="0"/>
                        </a:rPr>
                        <a:t>textbox</a:t>
                      </a:r>
                      <a:endParaRPr lang="en-US"/>
                    </a:p>
                  </a:txBody>
                  <a:tcPr anchor="ctr"/>
                </a:tc>
                <a:extLst>
                  <a:ext uri="{0D108BD9-81ED-4DB2-BD59-A6C34878D82A}">
                    <a16:rowId xmlns:a16="http://schemas.microsoft.com/office/drawing/2014/main" val="435219965"/>
                  </a:ext>
                </a:extLst>
              </a:tr>
              <a:tr h="370840">
                <a:tc>
                  <a:txBody>
                    <a:bodyPr/>
                    <a:lstStyle/>
                    <a:p>
                      <a:pPr>
                        <a:buNone/>
                      </a:pPr>
                      <a:r>
                        <a:rPr lang="en-US">
                          <a:latin typeface="Courier New" panose="02070309020205020404" pitchFamily="49" charset="0"/>
                        </a:rPr>
                        <a:t>&lt;input type="checkbox"&gt;</a:t>
                      </a:r>
                      <a:endParaRPr lang="en-US"/>
                    </a:p>
                  </a:txBody>
                  <a:tcPr anchor="ctr"/>
                </a:tc>
                <a:tc>
                  <a:txBody>
                    <a:bodyPr/>
                    <a:lstStyle/>
                    <a:p>
                      <a:pPr>
                        <a:buNone/>
                      </a:pPr>
                      <a:r>
                        <a:rPr lang="en-US">
                          <a:latin typeface="Courier New" panose="02070309020205020404" pitchFamily="49" charset="0"/>
                        </a:rPr>
                        <a:t>checkbox</a:t>
                      </a:r>
                      <a:endParaRPr lang="en-US"/>
                    </a:p>
                  </a:txBody>
                  <a:tcPr anchor="ctr"/>
                </a:tc>
                <a:extLst>
                  <a:ext uri="{0D108BD9-81ED-4DB2-BD59-A6C34878D82A}">
                    <a16:rowId xmlns:a16="http://schemas.microsoft.com/office/drawing/2014/main" val="2167933911"/>
                  </a:ext>
                </a:extLst>
              </a:tr>
              <a:tr h="370840">
                <a:tc>
                  <a:txBody>
                    <a:bodyPr/>
                    <a:lstStyle/>
                    <a:p>
                      <a:pPr>
                        <a:buNone/>
                      </a:pPr>
                      <a:r>
                        <a:rPr lang="en-US">
                          <a:latin typeface="Courier New" panose="02070309020205020404" pitchFamily="49" charset="0"/>
                        </a:rPr>
                        <a:t>&lt;select&gt;</a:t>
                      </a:r>
                      <a:endParaRPr lang="en-US"/>
                    </a:p>
                  </a:txBody>
                  <a:tcPr anchor="ctr"/>
                </a:tc>
                <a:tc>
                  <a:txBody>
                    <a:bodyPr/>
                    <a:lstStyle/>
                    <a:p>
                      <a:pPr>
                        <a:buNone/>
                      </a:pPr>
                      <a:r>
                        <a:rPr lang="en-US">
                          <a:latin typeface="Courier New" panose="02070309020205020404" pitchFamily="49" charset="0"/>
                        </a:rPr>
                        <a:t>combobox</a:t>
                      </a:r>
                      <a:endParaRPr lang="en-US"/>
                    </a:p>
                  </a:txBody>
                  <a:tcPr anchor="ctr"/>
                </a:tc>
                <a:extLst>
                  <a:ext uri="{0D108BD9-81ED-4DB2-BD59-A6C34878D82A}">
                    <a16:rowId xmlns:a16="http://schemas.microsoft.com/office/drawing/2014/main" val="2186305399"/>
                  </a:ext>
                </a:extLst>
              </a:tr>
              <a:tr h="370840">
                <a:tc>
                  <a:txBody>
                    <a:bodyPr/>
                    <a:lstStyle/>
                    <a:p>
                      <a:pPr>
                        <a:buNone/>
                      </a:pPr>
                      <a:r>
                        <a:rPr lang="en-US">
                          <a:latin typeface="Courier New" panose="02070309020205020404" pitchFamily="49" charset="0"/>
                        </a:rPr>
                        <a:t>&lt;a href="..."&gt;</a:t>
                      </a:r>
                      <a:endParaRPr lang="en-US"/>
                    </a:p>
                  </a:txBody>
                  <a:tcPr anchor="ctr"/>
                </a:tc>
                <a:tc>
                  <a:txBody>
                    <a:bodyPr/>
                    <a:lstStyle/>
                    <a:p>
                      <a:pPr>
                        <a:buNone/>
                      </a:pPr>
                      <a:r>
                        <a:rPr lang="en-US">
                          <a:latin typeface="Courier New" panose="02070309020205020404" pitchFamily="49" charset="0"/>
                        </a:rPr>
                        <a:t>link</a:t>
                      </a:r>
                      <a:endParaRPr lang="en-US"/>
                    </a:p>
                  </a:txBody>
                  <a:tcPr anchor="ctr"/>
                </a:tc>
                <a:extLst>
                  <a:ext uri="{0D108BD9-81ED-4DB2-BD59-A6C34878D82A}">
                    <a16:rowId xmlns:a16="http://schemas.microsoft.com/office/drawing/2014/main" val="1388839594"/>
                  </a:ext>
                </a:extLst>
              </a:tr>
              <a:tr h="370840">
                <a:tc>
                  <a:txBody>
                    <a:bodyPr/>
                    <a:lstStyle/>
                    <a:p>
                      <a:pPr>
                        <a:buNone/>
                      </a:pPr>
                      <a:r>
                        <a:rPr lang="en-US">
                          <a:latin typeface="Courier New" panose="02070309020205020404" pitchFamily="49" charset="0"/>
                        </a:rPr>
                        <a:t>&lt;tr&gt;</a:t>
                      </a:r>
                      <a:endParaRPr lang="en-US"/>
                    </a:p>
                  </a:txBody>
                  <a:tcPr anchor="ctr"/>
                </a:tc>
                <a:tc>
                  <a:txBody>
                    <a:bodyPr/>
                    <a:lstStyle/>
                    <a:p>
                      <a:pPr>
                        <a:buNone/>
                      </a:pPr>
                      <a:r>
                        <a:rPr lang="en-US">
                          <a:latin typeface="Courier New" panose="02070309020205020404" pitchFamily="49" charset="0"/>
                        </a:rPr>
                        <a:t>row</a:t>
                      </a:r>
                      <a:endParaRPr lang="en-US"/>
                    </a:p>
                  </a:txBody>
                  <a:tcPr anchor="ctr"/>
                </a:tc>
                <a:extLst>
                  <a:ext uri="{0D108BD9-81ED-4DB2-BD59-A6C34878D82A}">
                    <a16:rowId xmlns:a16="http://schemas.microsoft.com/office/drawing/2014/main" val="738137436"/>
                  </a:ext>
                </a:extLst>
              </a:tr>
              <a:tr h="370840">
                <a:tc>
                  <a:txBody>
                    <a:bodyPr/>
                    <a:lstStyle/>
                    <a:p>
                      <a:pPr>
                        <a:buNone/>
                      </a:pPr>
                      <a:r>
                        <a:rPr lang="en-US">
                          <a:latin typeface="Courier New" panose="02070309020205020404" pitchFamily="49" charset="0"/>
                        </a:rPr>
                        <a:t>&lt;td&gt;</a:t>
                      </a:r>
                      <a:endParaRPr lang="en-US"/>
                    </a:p>
                  </a:txBody>
                  <a:tcPr anchor="ctr"/>
                </a:tc>
                <a:tc>
                  <a:txBody>
                    <a:bodyPr/>
                    <a:lstStyle/>
                    <a:p>
                      <a:pPr>
                        <a:buNone/>
                      </a:pPr>
                      <a:r>
                        <a:rPr lang="en-US">
                          <a:latin typeface="Courier New" panose="02070309020205020404" pitchFamily="49" charset="0"/>
                        </a:rPr>
                        <a:t>cell</a:t>
                      </a:r>
                      <a:endParaRPr lang="en-US"/>
                    </a:p>
                  </a:txBody>
                  <a:tcPr anchor="ctr"/>
                </a:tc>
                <a:extLst>
                  <a:ext uri="{0D108BD9-81ED-4DB2-BD59-A6C34878D82A}">
                    <a16:rowId xmlns:a16="http://schemas.microsoft.com/office/drawing/2014/main" val="787367006"/>
                  </a:ext>
                </a:extLst>
              </a:tr>
              <a:tr h="370840">
                <a:tc>
                  <a:txBody>
                    <a:bodyPr/>
                    <a:lstStyle/>
                    <a:p>
                      <a:pPr>
                        <a:buNone/>
                      </a:pPr>
                      <a:r>
                        <a:rPr lang="en-US">
                          <a:latin typeface="Courier New" panose="02070309020205020404" pitchFamily="49" charset="0"/>
                        </a:rPr>
                        <a:t>&lt;th&gt;</a:t>
                      </a:r>
                      <a:r>
                        <a:rPr lang="en-US"/>
                        <a:t> (in </a:t>
                      </a:r>
                      <a:r>
                        <a:rPr lang="en-US">
                          <a:latin typeface="Courier New" panose="02070309020205020404" pitchFamily="49" charset="0"/>
                        </a:rPr>
                        <a:t>&lt;thead&gt;</a:t>
                      </a:r>
                      <a:r>
                        <a:rPr lang="en-US"/>
                        <a:t>)</a:t>
                      </a:r>
                    </a:p>
                  </a:txBody>
                  <a:tcPr anchor="ctr"/>
                </a:tc>
                <a:tc>
                  <a:txBody>
                    <a:bodyPr/>
                    <a:lstStyle/>
                    <a:p>
                      <a:pPr>
                        <a:buNone/>
                      </a:pPr>
                      <a:r>
                        <a:rPr lang="en-US">
                          <a:latin typeface="Courier New" panose="02070309020205020404" pitchFamily="49" charset="0"/>
                        </a:rPr>
                        <a:t>columnheader</a:t>
                      </a:r>
                      <a:endParaRPr lang="en-US"/>
                    </a:p>
                  </a:txBody>
                  <a:tcPr anchor="ctr"/>
                </a:tc>
                <a:extLst>
                  <a:ext uri="{0D108BD9-81ED-4DB2-BD59-A6C34878D82A}">
                    <a16:rowId xmlns:a16="http://schemas.microsoft.com/office/drawing/2014/main" val="1715215537"/>
                  </a:ext>
                </a:extLst>
              </a:tr>
              <a:tr h="370840">
                <a:tc>
                  <a:txBody>
                    <a:bodyPr/>
                    <a:lstStyle/>
                    <a:p>
                      <a:pPr>
                        <a:buNone/>
                      </a:pPr>
                      <a:r>
                        <a:rPr lang="en-US">
                          <a:latin typeface="Courier New" panose="02070309020205020404" pitchFamily="49" charset="0"/>
                        </a:rPr>
                        <a:t>&lt;th&gt;</a:t>
                      </a:r>
                      <a:r>
                        <a:rPr lang="en-US"/>
                        <a:t> (in </a:t>
                      </a:r>
                      <a:r>
                        <a:rPr lang="en-US">
                          <a:latin typeface="Courier New" panose="02070309020205020404" pitchFamily="49" charset="0"/>
                        </a:rPr>
                        <a:t>&lt;tbody&gt;</a:t>
                      </a:r>
                      <a:r>
                        <a:rPr lang="en-US"/>
                        <a:t>)</a:t>
                      </a:r>
                    </a:p>
                  </a:txBody>
                  <a:tcPr anchor="ctr"/>
                </a:tc>
                <a:tc>
                  <a:txBody>
                    <a:bodyPr/>
                    <a:lstStyle/>
                    <a:p>
                      <a:pPr>
                        <a:buNone/>
                      </a:pPr>
                      <a:r>
                        <a:rPr lang="en-US" dirty="0" err="1">
                          <a:latin typeface="Courier New" panose="02070309020205020404" pitchFamily="49" charset="0"/>
                        </a:rPr>
                        <a:t>rowheader</a:t>
                      </a:r>
                      <a:endParaRPr lang="en-US" dirty="0"/>
                    </a:p>
                  </a:txBody>
                  <a:tcPr anchor="ctr"/>
                </a:tc>
                <a:extLst>
                  <a:ext uri="{0D108BD9-81ED-4DB2-BD59-A6C34878D82A}">
                    <a16:rowId xmlns:a16="http://schemas.microsoft.com/office/drawing/2014/main" val="2842333362"/>
                  </a:ext>
                </a:extLst>
              </a:tr>
            </a:tbl>
          </a:graphicData>
        </a:graphic>
      </p:graphicFrame>
    </p:spTree>
    <p:extLst>
      <p:ext uri="{BB962C8B-B14F-4D97-AF65-F5344CB8AC3E}">
        <p14:creationId xmlns:p14="http://schemas.microsoft.com/office/powerpoint/2010/main" val="631248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DA5ED-F388-2BD6-F092-1A9E4F6029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B869BA-79CD-B003-7782-D1AF58271A6A}"/>
              </a:ext>
            </a:extLst>
          </p:cNvPr>
          <p:cNvSpPr>
            <a:spLocks noGrp="1"/>
          </p:cNvSpPr>
          <p:nvPr>
            <p:ph idx="1"/>
          </p:nvPr>
        </p:nvSpPr>
        <p:spPr/>
        <p:txBody>
          <a:bodyPr/>
          <a:lstStyle/>
          <a:p>
            <a:pPr lvl="0"/>
            <a:r>
              <a:rPr lang="en-US" dirty="0"/>
              <a:t>Playwright auto-waiting mechanism explained </a:t>
            </a:r>
          </a:p>
          <a:p>
            <a:pPr lvl="0"/>
            <a:r>
              <a:rPr lang="en-US" dirty="0"/>
              <a:t>Actionability checks – visible, enabled, stable, editable </a:t>
            </a:r>
          </a:p>
          <a:p>
            <a:pPr lvl="0"/>
            <a:r>
              <a:rPr lang="en-US" dirty="0" err="1"/>
              <a:t>waitForSelector</a:t>
            </a:r>
            <a:r>
              <a:rPr lang="en-US" dirty="0"/>
              <a:t>, </a:t>
            </a:r>
            <a:r>
              <a:rPr lang="en-US" dirty="0" err="1"/>
              <a:t>waitForLoadState</a:t>
            </a:r>
            <a:r>
              <a:rPr lang="en-US" dirty="0"/>
              <a:t>, </a:t>
            </a:r>
            <a:r>
              <a:rPr lang="en-US" dirty="0" err="1"/>
              <a:t>waitForURL</a:t>
            </a:r>
            <a:r>
              <a:rPr lang="en-US" dirty="0"/>
              <a:t> </a:t>
            </a:r>
          </a:p>
          <a:p>
            <a:pPr lvl="0"/>
            <a:r>
              <a:rPr lang="en-US" dirty="0" err="1"/>
              <a:t>waitForResponse</a:t>
            </a:r>
            <a:r>
              <a:rPr lang="en-US" dirty="0"/>
              <a:t> and </a:t>
            </a:r>
            <a:r>
              <a:rPr lang="en-US" dirty="0" err="1"/>
              <a:t>waitForRequest</a:t>
            </a:r>
            <a:r>
              <a:rPr lang="en-US" dirty="0"/>
              <a:t> </a:t>
            </a:r>
          </a:p>
          <a:p>
            <a:pPr lvl="0"/>
            <a:r>
              <a:rPr lang="en-US" dirty="0"/>
              <a:t>Custom waiting with </a:t>
            </a:r>
            <a:r>
              <a:rPr lang="en-US" dirty="0" err="1"/>
              <a:t>locator.waitFor</a:t>
            </a:r>
            <a:r>
              <a:rPr lang="en-US" dirty="0"/>
              <a:t>() </a:t>
            </a:r>
          </a:p>
          <a:p>
            <a:pPr lvl="0"/>
            <a:r>
              <a:rPr lang="en-US" dirty="0"/>
              <a:t>Timeout configuration – global, per-action, per-navigation </a:t>
            </a:r>
          </a:p>
          <a:p>
            <a:pPr lvl="0"/>
            <a:r>
              <a:rPr lang="en-US" dirty="0"/>
              <a:t>Debugging waits and timeouts </a:t>
            </a:r>
          </a:p>
          <a:p>
            <a:endParaRPr lang="en-US" dirty="0"/>
          </a:p>
        </p:txBody>
      </p:sp>
    </p:spTree>
    <p:extLst>
      <p:ext uri="{BB962C8B-B14F-4D97-AF65-F5344CB8AC3E}">
        <p14:creationId xmlns:p14="http://schemas.microsoft.com/office/powerpoint/2010/main" val="1004573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F52A-110C-A521-2DDE-BCD48A5CAF81}"/>
              </a:ext>
            </a:extLst>
          </p:cNvPr>
          <p:cNvSpPr>
            <a:spLocks noGrp="1"/>
          </p:cNvSpPr>
          <p:nvPr>
            <p:ph type="title"/>
          </p:nvPr>
        </p:nvSpPr>
        <p:spPr/>
        <p:txBody>
          <a:bodyPr/>
          <a:lstStyle/>
          <a:p>
            <a:r>
              <a:rPr lang="en-US" dirty="0"/>
              <a:t>Selenium wait vs playwright wait</a:t>
            </a:r>
          </a:p>
        </p:txBody>
      </p:sp>
      <p:sp>
        <p:nvSpPr>
          <p:cNvPr id="3" name="Content Placeholder 2">
            <a:extLst>
              <a:ext uri="{FF2B5EF4-FFF2-40B4-BE49-F238E27FC236}">
                <a16:creationId xmlns:a16="http://schemas.microsoft.com/office/drawing/2014/main" id="{F7A68808-9DA3-179E-A232-403C595291AA}"/>
              </a:ext>
            </a:extLst>
          </p:cNvPr>
          <p:cNvSpPr>
            <a:spLocks noGrp="1"/>
          </p:cNvSpPr>
          <p:nvPr>
            <p:ph idx="1"/>
          </p:nvPr>
        </p:nvSpPr>
        <p:spPr/>
        <p:txBody>
          <a:bodyPr/>
          <a:lstStyle/>
          <a:p>
            <a:r>
              <a:rPr lang="en-US" dirty="0"/>
              <a:t>both exist to solve the same problem: "don't act on the page until it's actually ready."</a:t>
            </a:r>
          </a:p>
          <a:p>
            <a:endParaRPr lang="en-US" dirty="0"/>
          </a:p>
          <a:p>
            <a:r>
              <a:rPr lang="en-US" dirty="0" err="1"/>
              <a:t>waitForLoadState</a:t>
            </a:r>
            <a:r>
              <a:rPr lang="en-US" dirty="0"/>
              <a:t> – Page centric </a:t>
            </a:r>
          </a:p>
          <a:p>
            <a:r>
              <a:rPr lang="en-US" dirty="0"/>
              <a:t>Explicit waits – element centric</a:t>
            </a:r>
          </a:p>
          <a:p>
            <a:endParaRPr lang="en-US" dirty="0"/>
          </a:p>
          <a:p>
            <a:r>
              <a:rPr lang="en-US" dirty="0"/>
              <a:t>All actions click (), select (), etc have wait inbuilt</a:t>
            </a:r>
          </a:p>
          <a:p>
            <a:endParaRPr lang="en-US" dirty="0"/>
          </a:p>
        </p:txBody>
      </p:sp>
    </p:spTree>
    <p:extLst>
      <p:ext uri="{BB962C8B-B14F-4D97-AF65-F5344CB8AC3E}">
        <p14:creationId xmlns:p14="http://schemas.microsoft.com/office/powerpoint/2010/main" val="4168423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0BB60-2314-9705-1285-6FE945D8EF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BD78A6-8B6F-1FEE-8644-487F857836A0}"/>
              </a:ext>
            </a:extLst>
          </p:cNvPr>
          <p:cNvSpPr>
            <a:spLocks noGrp="1"/>
          </p:cNvSpPr>
          <p:nvPr>
            <p:ph idx="1"/>
          </p:nvPr>
        </p:nvSpPr>
        <p:spPr/>
        <p:txBody>
          <a:bodyPr>
            <a:normAutofit/>
          </a:bodyPr>
          <a:lstStyle/>
          <a:p>
            <a:pPr lvl="0"/>
            <a:r>
              <a:rPr lang="en-US" dirty="0"/>
              <a:t>Click, fill, type, clear, check, uncheck, </a:t>
            </a:r>
            <a:r>
              <a:rPr lang="en-US" dirty="0" err="1"/>
              <a:t>selectOption</a:t>
            </a:r>
            <a:r>
              <a:rPr lang="en-US" dirty="0"/>
              <a:t> </a:t>
            </a:r>
          </a:p>
          <a:p>
            <a:pPr lvl="0"/>
            <a:r>
              <a:rPr lang="en-US" dirty="0"/>
              <a:t>Difference between fill() and type() </a:t>
            </a:r>
          </a:p>
          <a:p>
            <a:pPr lvl="0"/>
            <a:r>
              <a:rPr lang="en-US" dirty="0"/>
              <a:t>Working with text fields, buttons, checkboxes, radio buttons </a:t>
            </a:r>
          </a:p>
          <a:p>
            <a:pPr lvl="0"/>
            <a:r>
              <a:rPr lang="en-US" dirty="0"/>
              <a:t>Dropdown handling – </a:t>
            </a:r>
            <a:r>
              <a:rPr lang="en-US" dirty="0" err="1"/>
              <a:t>selectOption</a:t>
            </a:r>
            <a:r>
              <a:rPr lang="en-US" dirty="0"/>
              <a:t> by value, label, index </a:t>
            </a:r>
          </a:p>
          <a:p>
            <a:pPr lvl="0"/>
            <a:r>
              <a:rPr lang="en-US" dirty="0"/>
              <a:t>Hover, focus, press (keyboard keys) </a:t>
            </a:r>
          </a:p>
          <a:p>
            <a:pPr lvl="0"/>
            <a:r>
              <a:rPr lang="en-US" dirty="0"/>
              <a:t>Browser navigation – </a:t>
            </a:r>
            <a:r>
              <a:rPr lang="en-US" dirty="0" err="1"/>
              <a:t>goto</a:t>
            </a:r>
            <a:r>
              <a:rPr lang="en-US" dirty="0"/>
              <a:t>, </a:t>
            </a:r>
            <a:r>
              <a:rPr lang="en-US" dirty="0" err="1"/>
              <a:t>goBack</a:t>
            </a:r>
            <a:r>
              <a:rPr lang="en-US" dirty="0"/>
              <a:t>, </a:t>
            </a:r>
            <a:r>
              <a:rPr lang="en-US" dirty="0" err="1"/>
              <a:t>goForward</a:t>
            </a:r>
            <a:r>
              <a:rPr lang="en-US" dirty="0"/>
              <a:t>, reload </a:t>
            </a:r>
          </a:p>
          <a:p>
            <a:r>
              <a:rPr lang="en-US" dirty="0"/>
              <a:t>Browser context options – viewport, locale, </a:t>
            </a:r>
            <a:r>
              <a:rPr lang="en-US" dirty="0" err="1"/>
              <a:t>timezone</a:t>
            </a:r>
            <a:r>
              <a:rPr lang="en-US" dirty="0"/>
              <a:t>, geolocation </a:t>
            </a:r>
          </a:p>
        </p:txBody>
      </p:sp>
    </p:spTree>
    <p:extLst>
      <p:ext uri="{BB962C8B-B14F-4D97-AF65-F5344CB8AC3E}">
        <p14:creationId xmlns:p14="http://schemas.microsoft.com/office/powerpoint/2010/main" val="1431609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932</TotalTime>
  <Words>806</Words>
  <Application>Microsoft Office PowerPoint</Application>
  <PresentationFormat>Widescreen</PresentationFormat>
  <Paragraphs>93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Courier New</vt:lpstr>
      <vt:lpstr>Office Theme</vt:lpstr>
      <vt:lpstr>PowerPoint Presentation</vt:lpstr>
      <vt:lpstr>Marking scheme</vt:lpstr>
      <vt:lpstr>Day 1</vt:lpstr>
      <vt:lpstr>Browsers and Browser contexts</vt:lpstr>
      <vt:lpstr>Demo Browser contexts</vt:lpstr>
      <vt:lpstr>Day 2</vt:lpstr>
      <vt:lpstr>getByRole</vt:lpstr>
      <vt:lpstr>PowerPoint Presentation</vt:lpstr>
      <vt:lpstr>Selenium wait vs playwright wait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Anjali Kulkarni</dc:creator>
  <cp:lastModifiedBy>Anjali Kulkarni</cp:lastModifiedBy>
  <cp:revision>2</cp:revision>
  <dcterms:created xsi:type="dcterms:W3CDTF">2026-09-12T02:03:37Z</dcterms:created>
  <dcterms:modified xsi:type="dcterms:W3CDTF">2026-09-12T17:35:39Z</dcterms:modified>
</cp:coreProperties>
</file>